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AFAFA"/>
                </a:solidFill>
                <a:latin typeface="IBM Plex Sans"/>
              </a:rPr>
              <a:t>XÂY DỰNG MÔ HÌNH DỰ ĐOÁN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C5CAB"/>
                </a:solidFill>
                <a:latin typeface="IBM Plex Sans"/>
              </a:rPr>
              <a:t>MỨC ĐỘ HOÀN THÀNH CỦA SINH VIÊN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00400"/>
            <a:ext cx="3931920" cy="36576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1A1AA"/>
                </a:solidFill>
                <a:latin typeface="IBM Plex Sans"/>
              </a:rPr>
              <a:t>Đồ án tốt nghiệp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AFAFA"/>
                </a:solidFill>
                <a:latin typeface="IBM Plex Sans"/>
              </a:rPr>
              <a:t>Sinh viên: Nguyễn Minh Phúc  |  MSSV: 122001605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AFAFA"/>
                </a:solidFill>
                <a:latin typeface="IBM Plex Sans"/>
              </a:rPr>
              <a:t>Giảng viên hướng dẫn: Nguyễn Võ Quốc Bảo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1A1AA"/>
                </a:solidFill>
                <a:latin typeface="IBM Plex Sans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IBM Plex Sans"/>
              </a:rPr>
              <a:t>Nội dung trình bày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" cy="41148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BM Plex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FAFA"/>
                </a:solidFill>
                <a:latin typeface="IBM Plex Sans"/>
              </a:rPr>
              <a:t>Giới thiệu đề tài &amp; Mục tiêu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47088"/>
            <a:ext cx="502920" cy="41148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470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BM Plex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FAFA"/>
                </a:solidFill>
                <a:latin typeface="IBM Plex Sans"/>
              </a:rPr>
              <a:t>Tổng quan hệ thống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05456"/>
            <a:ext cx="502920" cy="41148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505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BM Plex Sa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511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FAFA"/>
                </a:solidFill>
                <a:latin typeface="IBM Plex Sans"/>
              </a:rPr>
              <a:t>Dữ liệu &amp; Tiền xử lý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63824"/>
            <a:ext cx="502920" cy="41148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16382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BM Plex San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095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FAFA"/>
                </a:solidFill>
                <a:latin typeface="IBM Plex Sans"/>
              </a:rPr>
              <a:t>Mô hình Machine Learning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22192"/>
            <a:ext cx="502920" cy="41148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8221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BM Plex San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67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FAFA"/>
                </a:solidFill>
                <a:latin typeface="IBM Plex Sans"/>
              </a:rPr>
              <a:t>Kết quả &amp; Đánh giá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59"/>
            <a:ext cx="502920" cy="41148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48055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BM Plex San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262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FAFA"/>
                </a:solidFill>
                <a:latin typeface="IBM Plex Sans"/>
              </a:rPr>
              <a:t>Demo hệ thống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38928"/>
            <a:ext cx="502920" cy="41148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1389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BM Plex San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846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AFAFA"/>
                </a:solidFill>
                <a:latin typeface="IBM Plex Sans"/>
              </a:rPr>
              <a:t>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IBM Plex Sans"/>
              </a:rPr>
              <a:t>01. Giới thiệu đề tài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Vấn đề thực tiễn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6712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Tỷ lệ sinh viên không hoàn thành môn học ngày càng tăng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Giảng viên khó theo dõi từng sinh viên trong lớp đông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44952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352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Thiếu công cụ phân tích và cảnh báo sớm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7413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Mục tiêu đề tài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41064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Xây dựng mô hình dự đoán mức độ hoàn thành học tập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79976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270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Phân tích hành vi học tập và đưa ra gợi ý cá nhân hóa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1888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Xây dựng hệ thống web hỗ trợ giảng viên quản lý lớp học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IBM Plex Sans"/>
              </a:rPr>
              <a:t>02. Tổng quan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Kiến trúc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6712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Backend: Python Flask + REST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ML Engine: scikit-learn (Random Forest + Neural Network)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44952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352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Storage: JSON file-based (không cần database)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83864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741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Frontend: HTML/CSS/JS + Chart.js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38130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Người dùng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79976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270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Sinh viên: xem phân tích cá nhân, lịch sử học tập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1888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Giảng viên: quản lý lớp, xuất báo cáo, import dữ liệu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IBM Plex Sans"/>
              </a:rPr>
              <a:t>03. Dữ liệu &amp; Tiền xử lý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Dữ liệu đầu vào (5 đặc trưng)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6712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Điểm kiểm tra (test_scores)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Tỷ lệ hoàn thành bài tập (assignment_completion_rate)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44952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352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Tần suất truy cập hệ thống (access_count)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83864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3741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Thời gian học tập (study_time_minutes)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22776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8130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Thời điểm nộp bài (submission_timing_score)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51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Chuẩn hóa (DataNormalizer)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1888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Tất cả đặc trưng được chuẩn hóa về thang 1–10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57800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1480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Công thức: normalized = (value / max_value) × 10, clamp [1, 10]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IBM Plex Sans"/>
              </a:rPr>
              <a:t>04. Mô hình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Random Forest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6712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100 cây quyết định, 5-Fold Stratified Cross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Độ chính xác CV trung bình: ~97%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3522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Neural Network (MLPClassifier)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02152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Validation accuracy: ~90%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3133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Ensemble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98264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2885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Kết hợp RF + NN bằng averaging xác suất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274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Công thức tính điểm hoàn thành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94376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184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Điểm = KT×30% + BT×25% + Truy cập×15% + TG học×15% + Nộp bài×15%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IBM Plex Sans"/>
              </a:rPr>
              <a:t>05. Kết quả &amp; Đánh giá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Phân loại mức độ hoàn thành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6712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Cao (≥ 7.0 điểm)  |  Trung bình (4.0–7.0)  |  Thấp (&lt; 4.0)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963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Phân nhóm hành vi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63240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Nhóm 1: Thụ động / ít tham gia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02152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Nhóm 2: Học tập chưa ổn định / có xu hướng trì hoãn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41064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Nhóm 3: Học tập tích cực và có chiến lược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7024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Hiệu suất mô hình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37176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7274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Random Forest CV accuracy: 97.4% ± 1.6%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7608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Precision / Recall / F1 = 1.000 trên tập huấn luyện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AFAFA"/>
                </a:solidFill>
                <a:latin typeface="IBM Plex Sans"/>
              </a:rPr>
              <a:t>07. Kết luận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Kết quả đạt được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6712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Xây dựng thành công mô hình RF với độ chính xác cao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Hệ thống web đầy đủ tính năng cho giảng viên và sinh viên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44952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352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Tích hợp Advanced Analytics: Clustering, 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7413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Hạn chế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41064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83133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Dữ liệu lưu trữ JSON — chưa phù hợp cho quy mô lớn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79976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270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Chưa có tính năng thông báo 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709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C5CAB"/>
                </a:solidFill>
                <a:latin typeface="IBM Plex Sans"/>
              </a:rPr>
              <a:t>Hướng phát triển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76088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Chuyển sang database (PostgreSQL/MongoDB)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15000"/>
            <a:ext cx="54864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6052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IBM Plex Sans"/>
              </a:rPr>
              <a:t>Tích hợp LMS (Moodle, Canvas) để lấy dữ liệu tự động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AFAFA"/>
                </a:solidFill>
                <a:latin typeface="IBM Plex Sans"/>
              </a:rPr>
              <a:t>Xin cảm ơn!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1A1AA"/>
                </a:solidFill>
                <a:latin typeface="IBM Plex Sans"/>
              </a:rPr>
              <a:t>Kính mong nhận được ý kiến đóng góp từ Hội đồng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0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AFAFA"/>
                </a:solidFill>
                <a:latin typeface="IBM Plex Sans"/>
              </a:rPr>
              <a:t>Nguyễn Minh Phúc — 122001605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640</Words>
  <Application>Microsoft Office PowerPoint</Application>
  <PresentationFormat>Custom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He1io Nguyễn</cp:lastModifiedBy>
  <cp:revision>3</cp:revision>
  <dcterms:created xsi:type="dcterms:W3CDTF">2013-01-27T09:14:16Z</dcterms:created>
  <dcterms:modified xsi:type="dcterms:W3CDTF">2026-05-09T04:56:40Z</dcterms:modified>
  <cp:category/>
</cp:coreProperties>
</file>